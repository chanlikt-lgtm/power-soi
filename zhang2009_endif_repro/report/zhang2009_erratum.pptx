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An Erratum in Zhang et al. (IEEE T-ED 2009)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E3F0"/>
                </a:solidFill>
                <a:latin typeface="Calibri"/>
              </a:rPr>
              <a:t>The “Eᵢ = 681 V/µm” claim is a text typo — proven, with the correct value derived and plotted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BC6E0"/>
                </a:solidFill>
                <a:latin typeface="Calibri"/>
              </a:rPr>
              <a:t>“Field Enhancement for Dielectric Layer of HV Devices on SOI”, IEEE T-ED 56(10), p.2329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ENDIF reproduction — verification 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2D5A"/>
                </a:solidFill>
                <a:latin typeface="Calibri"/>
              </a:rPr>
              <a:t>The claim, and the equation that governs it</a:t>
            </a:r>
          </a:p>
        </p:txBody>
      </p:sp>
      <p:pic>
        <p:nvPicPr>
          <p:cNvPr id="4" name="Picture 3" descr="erratum_sentence_circ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400800" cy="28106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Paper: “tₛ=1µm, εᵢ=3.9ε₀  →  Eᵢ = 161 and 681 V/µm for σᵢₙ = 0 and 4×10¹² cm⁻²”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480560" cy="2286000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0876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D5A"/>
                </a:solidFill>
                <a:latin typeface="Calibri"/>
              </a:rPr>
              <a:t>Governing equation (displacement continuity, eq.11):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Eᵢ = εₛ·Eₛ,ᴄ/εᵢ + q·σᵢₙ/εᵢ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Only two terms: a field term and a charge term. Both divide by the SAME εᵢ.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93192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D5A"/>
                </a:solidFill>
                <a:latin typeface="Calibri"/>
              </a:rPr>
              <a:t>With εᵢ = 3.9ε₀: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field term  = εₛ·Eₛ,ᴄ/εᵢ      = 161 V/µm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charge term = q·(4×10¹²)/(3.9ε₀) = 186 V/µm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0A7D0A"/>
                </a:solidFill>
                <a:latin typeface="Calibri"/>
              </a:rPr>
              <a:t>Eᵢ = 161 + 186 = 347 V/µm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C00000"/>
                </a:solidFill>
                <a:latin typeface="Calibri"/>
              </a:rPr>
              <a:t>→ 681 is 2× too large.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2D5A"/>
                </a:solidFill>
                <a:latin typeface="Calibri"/>
              </a:rPr>
              <a:t>Proof: plot Eᵢ vs σᵢₙ — 681 sits on the WRONG line</a:t>
            </a:r>
          </a:p>
        </p:txBody>
      </p:sp>
      <p:pic>
        <p:nvPicPr>
          <p:cNvPr id="4" name="Picture 3" descr="proof_EI_vs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267787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28016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D5A"/>
                </a:solidFill>
                <a:latin typeface="Calibri"/>
              </a:rPr>
              <a:t>Read the plot: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A7D0A"/>
                </a:solidFill>
                <a:latin typeface="Calibri"/>
              </a:rPr>
              <a:t>●  Green line = correct εᵢ=3.9ε₀.
   At σᵢₙ=4×10¹² it gives 347 V/µm.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C00000"/>
                </a:solidFill>
                <a:latin typeface="Calibri"/>
              </a:rPr>
              <a:t>✖  Red X = the paper's 681.
   It lands exactly on the dashed
   εᵢ=2.0ε₀ (low-k) line.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55555"/>
                </a:solidFill>
                <a:latin typeface="Calibri"/>
              </a:rPr>
              <a:t>So 681 was computed with the low-k
permittivity, not the stated 3.9ε₀.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(To reach 681 at 3.9ε₀ you would
need σᵢₙ ≈ 11×10¹², not 4.)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2D5A"/>
                </a:solidFill>
                <a:latin typeface="Calibri"/>
              </a:rPr>
              <a:t>Correct value 347 V/µm — confirmed three independent ways</a:t>
            </a:r>
          </a:p>
        </p:txBody>
      </p:sp>
      <p:pic>
        <p:nvPicPr>
          <p:cNvPr id="4" name="Picture 3" descr="proof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615332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8872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D5A"/>
                </a:solidFill>
                <a:latin typeface="Calibri"/>
              </a:rPr>
              <a:t>1.  Direct from eq.(11)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161 + 186 = 347 V/µm  (left bar).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D5A"/>
                </a:solidFill>
                <a:latin typeface="Calibri"/>
              </a:rPr>
              <a:t>2.  The paper's own Vʙ,ᴠ agrees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Same paragraph: Vʙ,ᴠ = 348 → 719 V (eq.13,
reproduced exactly). ΔV = 371 V over tᵢ=2µm
→ ΔEᵢ = 186 V/µm → Eᵢ = 347 (not 681).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D5A"/>
                </a:solidFill>
                <a:latin typeface="Calibri"/>
              </a:rPr>
              <a:t>3.  The paper's own Fig.3(a) agrees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σᵢₙ=4 curve at tₛ=1 reads ~35×10⁵ V/cm
(~350 V/µm). 681 would be on the σᵢₙ=10 curve.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A7D0A"/>
                </a:solidFill>
                <a:latin typeface="Calibri"/>
              </a:rPr>
              <a:t>All three give ~347 — the paper's own numbers
contradict its own 681.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D5A"/>
                </a:solidFill>
                <a:latin typeface="Calibri"/>
              </a:rPr>
              <a:t>Root cause: the low-k εᵢ was carried over by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The sentence just before discusses the LOW-K case (εᵢ = 2.0ε₀). Using that εᵢ in BOTH terms: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D5A"/>
                </a:solidFill>
                <a:latin typeface="Calibri"/>
              </a:rPr>
              <a:t>Eᵢ = εₛ·Eₛ,ᴄ/2.0ε₀ + q·(4×10¹²)/(2.0ε₀)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C00000"/>
                </a:solidFill>
                <a:latin typeface="Calibri"/>
              </a:rPr>
              <a:t>     = 319 + 362  =  681 V/µm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319 is the paper's own rounded low-k Eᵢ (σᵢₙ=0). So both terms used 2.0ε₀ while the sentence states 3.9ε₀.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D5A"/>
                </a:solidFill>
                <a:latin typeface="Calibri"/>
              </a:rPr>
              <a:t>→ A copy/paste of the low-k permittivity into the interface-charge example. Physics is fine; only the printed number is wrong.</a:t>
            </a:r>
          </a:p>
        </p:txBody>
      </p:sp>
      <p:pic>
        <p:nvPicPr>
          <p:cNvPr id="5" name="Picture 4" descr="erratum_fig3a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5120640" cy="3675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5989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Paper's Fig.3(a):  ○ 347 (correct) vs ✖ 681 (on the wrong curve).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D5A"/>
                </a:solidFill>
                <a:latin typeface="Calibri"/>
              </a:rP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0A7D0A"/>
                </a:solidFill>
                <a:latin typeface="Calibri"/>
              </a:rPr>
              <a:t>✓  The paper's TEXT has a typo: Eᵢ(σᵢₙ=4×10¹², εᵢ=3.9ε₀) = 347 V/µm, not 681.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1F2D5A"/>
                </a:solidFill>
                <a:latin typeface="Calibri"/>
              </a:rPr>
              <a:t>✓  The paper's EQUATIONS and FIGURES are correct and mutually consistent — eq.(11), eq.(13), Fig.3(a), Fig.4 and Vʙ,ᴠ=719 V all agree on 347.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1F2D5A"/>
                </a:solidFill>
                <a:latin typeface="Calibri"/>
              </a:rPr>
              <a:t>✓  Origin identified and plotted: the low-k εᵢ=2.0ε₀ was used instead of 3.9ε₀  (681 = 319 + 362).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→  A copy-editing slip, not a physics error. The reproduction matches every other number in the paper exactly.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Proof code: code/verify_681.py  ·  code/proof_plot.py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